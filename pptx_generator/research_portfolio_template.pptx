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30" name="Decor"/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388" name="Decor"/>
          <p:cNvSpPr/>
          <p:nvPr userDrawn="1"/>
        </p:nvSpPr>
        <p:spPr>
          <a:xfrm>
            <a:off x="11368735" y="548640"/>
            <a:ext cx="411480" cy="411480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ITLE"/>
          <p:cNvSpPr>
            <a:spLocks noGrp="1"/>
          </p:cNvSpPr>
          <p:nvPr>
            <p:ph type="ctrTitle" idx="0"/>
          </p:nvPr>
        </p:nvSpPr>
        <p:spPr>
          <a:xfrm>
            <a:off x="1097280" y="2286000"/>
            <a:ext cx="10058400" cy="137160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ctr">
              <a:buNone/>
              <a:defRPr sz="44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ctr">
              <a:buNone/>
            </a:pPr>
            <a:r>
              <a:rPr lang="en-US" dirty="0"/>
              <a:t>Click to add title</a:t>
            </a:r>
          </a:p>
        </p:txBody>
      </p:sp>
      <p:sp>
        <p:nvSpPr>
          <p:cNvPr id="101" name="SUBTITLE"/>
          <p:cNvSpPr>
            <a:spLocks noGrp="1"/>
          </p:cNvSpPr>
          <p:nvPr>
            <p:ph type="subTitle" idx="1"/>
          </p:nvPr>
        </p:nvSpPr>
        <p:spPr>
          <a:xfrm>
            <a:off x="1097280" y="3703320"/>
            <a:ext cx="10058400" cy="64008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ctr">
              <a:buNone/>
              <a:defRPr sz="2200">
                <a:solidFill>
                  <a:srgbClr val="328CC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buNone/>
            </a:pPr>
            <a:r>
              <a:rPr lang="en-US" dirty="0"/>
              <a:t>Click to add subtitle / role / tagline</a:t>
            </a:r>
          </a:p>
        </p:txBody>
      </p:sp>
      <p:sp>
        <p:nvSpPr>
          <p:cNvPr id="93660" name="Decor"/>
          <p:cNvSpPr/>
          <p:nvPr userDrawn="1"/>
        </p:nvSpPr>
        <p:spPr>
          <a:xfrm>
            <a:off x="5638190" y="4434840"/>
            <a:ext cx="914400" cy="36576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1097280" y="6126480"/>
            <a:ext cx="10058400" cy="36576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ctr">
              <a:buNone/>
              <a:defRPr sz="14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buNone/>
            </a:pPr>
            <a:r>
              <a:rPr lang="en-US" dirty="0"/>
              <a:t>email   ·   github   ·   linkedin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26" name="Decor"/>
          <p:cNvSpPr/>
          <p:nvPr userDrawn="1"/>
        </p:nvSpPr>
        <p:spPr>
          <a:xfrm>
            <a:off x="548640" y="3154680"/>
            <a:ext cx="548640" cy="54864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268" name="Decor Text"/>
          <p:cNvSpPr txBox="1"/>
          <p:nvPr userDrawn="1"/>
        </p:nvSpPr>
        <p:spPr>
          <a:xfrm>
            <a:off x="548640" y="2377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D9B310"/>
                </a:solidFill>
                <a:latin typeface="Open Sans"/>
                <a:ea typeface="Open Sans"/>
                <a:cs typeface="Open Sans"/>
              </a:rPr>
              <a:t>SECTION</a:t>
            </a:r>
          </a:p>
        </p:txBody>
      </p:sp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3337560"/>
            <a:ext cx="11094415" cy="146304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5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>
              <a:buNone/>
            </a:pPr>
            <a:r>
              <a:rPr lang="en-US" dirty="0"/>
              <a:t>Click to add section title</a:t>
            </a:r>
          </a:p>
        </p:txBody>
      </p:sp>
      <p:sp>
        <p:nvSpPr>
          <p:cNvPr id="101" name="SUBTITLE"/>
          <p:cNvSpPr>
            <a:spLocks noGrp="1"/>
          </p:cNvSpPr>
          <p:nvPr>
            <p:ph type="body" idx="1"/>
          </p:nvPr>
        </p:nvSpPr>
        <p:spPr>
          <a:xfrm>
            <a:off x="548640" y="4846320"/>
            <a:ext cx="11094415" cy="73152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2000" i="1">
                <a:solidFill>
                  <a:srgbClr val="CFE2F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>
              <a:buNone/>
            </a:pPr>
            <a:r>
              <a:rPr lang="en-US" dirty="0"/>
              <a:t>Click to add title</a:t>
            </a:r>
          </a:p>
        </p:txBody>
      </p:sp>
      <p:sp>
        <p:nvSpPr>
          <p:cNvPr id="95075" name="Decor"/>
          <p:cNvSpPr/>
          <p:nvPr userDrawn="1"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DY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20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Click to add body content</a:t>
            </a:r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548640" y="6400800"/>
            <a:ext cx="11094415" cy="32004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r">
              <a:buNone/>
              <a:defRPr sz="11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>
              <a:buNone/>
            </a:pPr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>
              <a:buNone/>
            </a:pPr>
            <a:r>
              <a:rPr lang="en-US" dirty="0"/>
              <a:t>Click to add title</a:t>
            </a:r>
          </a:p>
        </p:txBody>
      </p:sp>
      <p:sp>
        <p:nvSpPr>
          <p:cNvPr id="95075" name="Decor"/>
          <p:cNvSpPr/>
          <p:nvPr userDrawn="1"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DY_1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5318607.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8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Click to add left column content</a:t>
            </a:r>
          </a:p>
        </p:txBody>
      </p:sp>
      <p:sp>
        <p:nvSpPr>
          <p:cNvPr id="102" name="BODY_2"/>
          <p:cNvSpPr>
            <a:spLocks noGrp="1"/>
          </p:cNvSpPr>
          <p:nvPr>
            <p:ph type="body" idx="2"/>
          </p:nvPr>
        </p:nvSpPr>
        <p:spPr>
          <a:xfrm>
            <a:off x="6324447.5" y="1554480"/>
            <a:ext cx="5318607.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8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Click to add right column content</a:t>
            </a:r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548640" y="6400800"/>
            <a:ext cx="11094415" cy="32004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r">
              <a:buNone/>
              <a:defRPr sz="11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>
              <a:buNone/>
            </a:pPr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kills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>
              <a:buNone/>
            </a:pPr>
            <a:r>
              <a:rPr lang="en-US" dirty="0"/>
              <a:t>Click to add title</a:t>
            </a:r>
          </a:p>
        </p:txBody>
      </p:sp>
      <p:sp>
        <p:nvSpPr>
          <p:cNvPr id="95075" name="Decor"/>
          <p:cNvSpPr/>
          <p:nvPr userDrawn="1"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769" name="Decor"/>
          <p:cNvSpPr/>
          <p:nvPr userDrawn="1"/>
        </p:nvSpPr>
        <p:spPr>
          <a:xfrm>
            <a:off x="548640.0" y="1554480.0"/>
            <a:ext cx="3454298.3333333335" cy="2080260.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51" name="Dot"/>
          <p:cNvSpPr/>
          <p:nvPr userDrawn="1"/>
        </p:nvSpPr>
        <p:spPr>
          <a:xfrm>
            <a:off x="777240.0" y="1810512.0"/>
            <a:ext cx="201168" cy="201168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DY_1"/>
          <p:cNvSpPr>
            <a:spLocks noGrp="1"/>
          </p:cNvSpPr>
          <p:nvPr>
            <p:ph type="body" idx="1"/>
          </p:nvPr>
        </p:nvSpPr>
        <p:spPr>
          <a:xfrm>
            <a:off x="777240.0" y="21214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Category 1</a:t>
            </a:r>
          </a:p>
          <a:p>
            <a:pPr algn="l">
              <a:buNone/>
            </a:pPr>
            <a:r>
              <a:rPr lang="en-US" dirty="0"/>
              <a:t>Click to add skills</a:t>
            </a:r>
          </a:p>
        </p:txBody>
      </p:sp>
      <p:sp>
        <p:nvSpPr>
          <p:cNvPr id="93296" name="Decor"/>
          <p:cNvSpPr/>
          <p:nvPr userDrawn="1"/>
        </p:nvSpPr>
        <p:spPr>
          <a:xfrm>
            <a:off x="4368698.333333334" y="1554480.0"/>
            <a:ext cx="3454298.3333333335" cy="2080260.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664" name="Dot"/>
          <p:cNvSpPr/>
          <p:nvPr userDrawn="1"/>
        </p:nvSpPr>
        <p:spPr>
          <a:xfrm>
            <a:off x="4597298.333333334" y="1810512.0"/>
            <a:ext cx="201168" cy="201168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DY_2"/>
          <p:cNvSpPr>
            <a:spLocks noGrp="1"/>
          </p:cNvSpPr>
          <p:nvPr>
            <p:ph type="body" idx="2"/>
          </p:nvPr>
        </p:nvSpPr>
        <p:spPr>
          <a:xfrm>
            <a:off x="4597298.333333334" y="21214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Category 2</a:t>
            </a:r>
          </a:p>
          <a:p>
            <a:pPr algn="l">
              <a:buNone/>
            </a:pPr>
            <a:r>
              <a:rPr lang="en-US" dirty="0"/>
              <a:t>Click to add skills</a:t>
            </a:r>
          </a:p>
        </p:txBody>
      </p:sp>
      <p:sp>
        <p:nvSpPr>
          <p:cNvPr id="98683" name="Decor"/>
          <p:cNvSpPr/>
          <p:nvPr userDrawn="1"/>
        </p:nvSpPr>
        <p:spPr>
          <a:xfrm>
            <a:off x="8188756.666666667" y="1554480.0"/>
            <a:ext cx="3454298.3333333335" cy="2080260.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219" name="Dot"/>
          <p:cNvSpPr/>
          <p:nvPr userDrawn="1"/>
        </p:nvSpPr>
        <p:spPr>
          <a:xfrm>
            <a:off x="8417356.666666668" y="1810512.0"/>
            <a:ext cx="201168" cy="201168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BODY_3"/>
          <p:cNvSpPr>
            <a:spLocks noGrp="1"/>
          </p:cNvSpPr>
          <p:nvPr>
            <p:ph type="body" idx="3"/>
          </p:nvPr>
        </p:nvSpPr>
        <p:spPr>
          <a:xfrm>
            <a:off x="8417356.666666668" y="21214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Category 3</a:t>
            </a:r>
          </a:p>
          <a:p>
            <a:pPr algn="l">
              <a:buNone/>
            </a:pPr>
            <a:r>
              <a:rPr lang="en-US" dirty="0"/>
              <a:t>Click to add skills</a:t>
            </a:r>
          </a:p>
        </p:txBody>
      </p:sp>
      <p:sp>
        <p:nvSpPr>
          <p:cNvPr id="95882" name="Decor"/>
          <p:cNvSpPr/>
          <p:nvPr userDrawn="1"/>
        </p:nvSpPr>
        <p:spPr>
          <a:xfrm>
            <a:off x="548640.0" y="3954780.0"/>
            <a:ext cx="3454298.3333333335" cy="2080260.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425" name="Dot"/>
          <p:cNvSpPr/>
          <p:nvPr userDrawn="1"/>
        </p:nvSpPr>
        <p:spPr>
          <a:xfrm>
            <a:off x="777240.0" y="4210812.0"/>
            <a:ext cx="201168" cy="201168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BODY_4"/>
          <p:cNvSpPr>
            <a:spLocks noGrp="1"/>
          </p:cNvSpPr>
          <p:nvPr>
            <p:ph type="body" idx="4"/>
          </p:nvPr>
        </p:nvSpPr>
        <p:spPr>
          <a:xfrm>
            <a:off x="777240.0" y="45217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Category 4</a:t>
            </a:r>
          </a:p>
          <a:p>
            <a:pPr algn="l">
              <a:buNone/>
            </a:pPr>
            <a:r>
              <a:rPr lang="en-US" dirty="0"/>
              <a:t>Click to add skills</a:t>
            </a:r>
          </a:p>
        </p:txBody>
      </p:sp>
      <p:sp>
        <p:nvSpPr>
          <p:cNvPr id="94873" name="Decor"/>
          <p:cNvSpPr/>
          <p:nvPr userDrawn="1"/>
        </p:nvSpPr>
        <p:spPr>
          <a:xfrm>
            <a:off x="4368698.333333334" y="3954780.0"/>
            <a:ext cx="3454298.3333333335" cy="2080260.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633" name="Dot"/>
          <p:cNvSpPr/>
          <p:nvPr userDrawn="1"/>
        </p:nvSpPr>
        <p:spPr>
          <a:xfrm>
            <a:off x="4597298.333333334" y="4210812.0"/>
            <a:ext cx="201168" cy="201168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BODY_5"/>
          <p:cNvSpPr>
            <a:spLocks noGrp="1"/>
          </p:cNvSpPr>
          <p:nvPr>
            <p:ph type="body" idx="5"/>
          </p:nvPr>
        </p:nvSpPr>
        <p:spPr>
          <a:xfrm>
            <a:off x="4597298.333333334" y="45217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Category 5</a:t>
            </a:r>
          </a:p>
          <a:p>
            <a:pPr algn="l">
              <a:buNone/>
            </a:pPr>
            <a:r>
              <a:rPr lang="en-US" dirty="0"/>
              <a:t>Click to add skills</a:t>
            </a:r>
          </a:p>
        </p:txBody>
      </p:sp>
      <p:sp>
        <p:nvSpPr>
          <p:cNvPr id="94693" name="Decor"/>
          <p:cNvSpPr/>
          <p:nvPr userDrawn="1"/>
        </p:nvSpPr>
        <p:spPr>
          <a:xfrm>
            <a:off x="8188756.666666667" y="3954780.0"/>
            <a:ext cx="3454298.3333333335" cy="2080260.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439" name="Dot"/>
          <p:cNvSpPr/>
          <p:nvPr userDrawn="1"/>
        </p:nvSpPr>
        <p:spPr>
          <a:xfrm>
            <a:off x="8417356.666666668" y="4210812.0"/>
            <a:ext cx="201168" cy="201168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BODY_6"/>
          <p:cNvSpPr>
            <a:spLocks noGrp="1"/>
          </p:cNvSpPr>
          <p:nvPr>
            <p:ph type="body" idx="6"/>
          </p:nvPr>
        </p:nvSpPr>
        <p:spPr>
          <a:xfrm>
            <a:off x="8417356.666666668" y="45217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Category 6</a:t>
            </a:r>
          </a:p>
          <a:p>
            <a:pPr algn="l">
              <a:buNone/>
            </a:pPr>
            <a:r>
              <a:rPr lang="en-US" dirty="0"/>
              <a:t>Click to add skills</a:t>
            </a:r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548640" y="6400800"/>
            <a:ext cx="11094415" cy="32004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r">
              <a:buNone/>
              <a:defRPr sz="11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>
              <a:buNone/>
            </a:pPr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Project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>
              <a:buNone/>
            </a:pPr>
            <a:r>
              <a:rPr lang="en-US" dirty="0"/>
              <a:t>Click to add project title</a:t>
            </a:r>
          </a:p>
        </p:txBody>
      </p:sp>
      <p:sp>
        <p:nvSpPr>
          <p:cNvPr id="95075" name="Decor"/>
          <p:cNvSpPr/>
          <p:nvPr userDrawn="1"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DY_1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5486400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6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Problem</a:t>
            </a:r>
          </a:p>
          <a:p>
            <a:pPr algn="l">
              <a:buNone/>
            </a:pPr>
            <a:r>
              <a:rPr lang="en-US" dirty="0"/>
              <a:t>Click to describe the problem</a:t>
            </a:r>
          </a:p>
          <a:p>
            <a:pPr algn="l">
              <a:buNone/>
            </a:pPr>
            <a:r>
              <a:rPr lang="en-US" dirty="0"/>
              <a:t/>
            </a:r>
          </a:p>
          <a:p>
            <a:pPr algn="l">
              <a:buNone/>
            </a:pPr>
            <a:r>
              <a:rPr lang="en-US" dirty="0"/>
              <a:t>Solution</a:t>
            </a:r>
          </a:p>
          <a:p>
            <a:pPr algn="l">
              <a:buNone/>
            </a:pPr>
            <a:r>
              <a:rPr lang="en-US" dirty="0"/>
              <a:t>Click to describe the solution</a:t>
            </a:r>
          </a:p>
          <a:p>
            <a:pPr algn="l">
              <a:buNone/>
            </a:pPr>
            <a:r>
              <a:rPr lang="en-US" dirty="0"/>
              <a:t/>
            </a:r>
          </a:p>
          <a:p>
            <a:pPr algn="l">
              <a:buNone/>
            </a:pPr>
            <a:r>
              <a:rPr lang="en-US" dirty="0"/>
              <a:t>Tech Stack</a:t>
            </a:r>
          </a:p>
          <a:p>
            <a:pPr algn="l">
              <a:buNone/>
            </a:pPr>
            <a:r>
              <a:rPr lang="en-US" dirty="0"/>
              <a:t>Click to list technologies</a:t>
            </a:r>
          </a:p>
        </p:txBody>
      </p:sp>
      <p:sp>
        <p:nvSpPr>
          <p:cNvPr id="92578" name="Decor"/>
          <p:cNvSpPr/>
          <p:nvPr userDrawn="1"/>
        </p:nvSpPr>
        <p:spPr>
          <a:xfrm>
            <a:off x="6400800" y="1554480"/>
            <a:ext cx="5242255" cy="457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IMAGE"/>
          <p:cNvSpPr>
            <a:spLocks noGrp="1"/>
          </p:cNvSpPr>
          <p:nvPr>
            <p:ph type="pic" idx="2"/>
          </p:nvPr>
        </p:nvSpPr>
        <p:spPr>
          <a:xfrm>
            <a:off x="6400800" y="1554480"/>
            <a:ext cx="5242255" cy="457200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ctr">
              <a:buNone/>
              <a:defRPr sz="14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endParaRPr lang="en-US"/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548640" y="6400800"/>
            <a:ext cx="11094415" cy="32004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r">
              <a:buNone/>
              <a:defRPr sz="11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>
              <a:buNone/>
            </a:pPr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>
              <a:buNone/>
            </a:pPr>
            <a:r>
              <a:rPr lang="en-US" dirty="0"/>
              <a:t>Click to add title</a:t>
            </a:r>
          </a:p>
        </p:txBody>
      </p:sp>
      <p:sp>
        <p:nvSpPr>
          <p:cNvPr id="95075" name="Decor"/>
          <p:cNvSpPr/>
          <p:nvPr userDrawn="1"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379" name="Decor"/>
          <p:cNvSpPr/>
          <p:nvPr userDrawn="1"/>
        </p:nvSpPr>
        <p:spPr>
          <a:xfrm>
            <a:off x="914400" y="1828800"/>
            <a:ext cx="36576" cy="429768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646" name="Dot"/>
          <p:cNvSpPr/>
          <p:nvPr userDrawn="1"/>
        </p:nvSpPr>
        <p:spPr>
          <a:xfrm>
            <a:off x="822960" y="1746504"/>
            <a:ext cx="256032" cy="256032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571" name="Dot"/>
          <p:cNvSpPr/>
          <p:nvPr userDrawn="1"/>
        </p:nvSpPr>
        <p:spPr>
          <a:xfrm>
            <a:off x="822960" y="2660904"/>
            <a:ext cx="256032" cy="256032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620" name="Dot"/>
          <p:cNvSpPr/>
          <p:nvPr userDrawn="1"/>
        </p:nvSpPr>
        <p:spPr>
          <a:xfrm>
            <a:off x="822960" y="3575304"/>
            <a:ext cx="256032" cy="256032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129" name="Dot"/>
          <p:cNvSpPr/>
          <p:nvPr userDrawn="1"/>
        </p:nvSpPr>
        <p:spPr>
          <a:xfrm>
            <a:off x="822960" y="4489704"/>
            <a:ext cx="256032" cy="256032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DY"/>
          <p:cNvSpPr>
            <a:spLocks noGrp="1"/>
          </p:cNvSpPr>
          <p:nvPr>
            <p:ph type="body" idx="1"/>
          </p:nvPr>
        </p:nvSpPr>
        <p:spPr>
          <a:xfrm>
            <a:off x="1463040" y="1554480"/>
            <a:ext cx="1018001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YYYY  ·  Role  ·  Organization</a:t>
            </a:r>
          </a:p>
          <a:p>
            <a:pPr algn="l">
              <a:buNone/>
            </a:pPr>
            <a:r>
              <a:rPr lang="en-US" dirty="0"/>
              <a:t>Description of the role or milestone.</a:t>
            </a:r>
          </a:p>
          <a:p>
            <a:pPr algn="l">
              <a:buNone/>
            </a:pPr>
            <a:r>
              <a:rPr lang="en-US" dirty="0"/>
              <a:t/>
            </a:r>
          </a:p>
          <a:p>
            <a:pPr algn="l">
              <a:buNone/>
            </a:pPr>
            <a:r>
              <a:rPr lang="en-US" dirty="0"/>
              <a:t>YYYY  ·  Role  ·  Organization</a:t>
            </a:r>
          </a:p>
          <a:p>
            <a:pPr algn="l">
              <a:buNone/>
            </a:pPr>
            <a:r>
              <a:rPr lang="en-US" dirty="0"/>
              <a:t>Description of the role or milestone.</a:t>
            </a:r>
          </a:p>
          <a:p>
            <a:pPr algn="l">
              <a:buNone/>
            </a:pPr>
            <a:r>
              <a:rPr lang="en-US" dirty="0"/>
              <a:t/>
            </a:r>
          </a:p>
          <a:p>
            <a:pPr algn="l">
              <a:buNone/>
            </a:pPr>
            <a:r>
              <a:rPr lang="en-US" dirty="0"/>
              <a:t>YYYY  ·  Role  ·  Organization</a:t>
            </a:r>
          </a:p>
          <a:p>
            <a:pPr algn="l">
              <a:buNone/>
            </a:pPr>
            <a:r>
              <a:rPr lang="en-US" dirty="0"/>
              <a:t>Description of the role or milestone.</a:t>
            </a:r>
          </a:p>
          <a:p>
            <a:pPr algn="l">
              <a:buNone/>
            </a:pPr>
            <a:r>
              <a:rPr lang="en-US" dirty="0"/>
              <a:t/>
            </a:r>
          </a:p>
          <a:p>
            <a:pPr algn="l">
              <a:buNone/>
            </a:pPr>
            <a:r>
              <a:rPr lang="en-US" dirty="0"/>
              <a:t>YYYY  ·  Role  ·  Organization</a:t>
            </a:r>
          </a:p>
          <a:p>
            <a:pPr algn="l">
              <a:buNone/>
            </a:pPr>
            <a:r>
              <a:rPr lang="en-US" dirty="0"/>
              <a:t>Description of the role or milestone.</a:t>
            </a:r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548640" y="6400800"/>
            <a:ext cx="11094415" cy="32004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r">
              <a:buNone/>
              <a:defRPr sz="11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>
              <a:buNone/>
            </a:pPr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ata Resul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>
              <a:buNone/>
            </a:pPr>
            <a:r>
              <a:rPr lang="en-US" dirty="0"/>
              <a:t>Click to add title</a:t>
            </a:r>
          </a:p>
        </p:txBody>
      </p:sp>
      <p:sp>
        <p:nvSpPr>
          <p:cNvPr id="95075" name="Decor"/>
          <p:cNvSpPr/>
          <p:nvPr userDrawn="1"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27" name="Decor"/>
          <p:cNvSpPr/>
          <p:nvPr userDrawn="1"/>
        </p:nvSpPr>
        <p:spPr>
          <a:xfrm>
            <a:off x="548640" y="1554480"/>
            <a:ext cx="6583680" cy="457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IMAGE"/>
          <p:cNvSpPr>
            <a:spLocks noGrp="1"/>
          </p:cNvSpPr>
          <p:nvPr>
            <p:ph type="pic" idx="1"/>
          </p:nvPr>
        </p:nvSpPr>
        <p:spPr>
          <a:xfrm>
            <a:off x="548640" y="1554480"/>
            <a:ext cx="6583680" cy="457200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ctr">
              <a:buNone/>
              <a:defRPr sz="14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endParaRPr lang="en-US"/>
          </a:p>
        </p:txBody>
      </p:sp>
      <p:sp>
        <p:nvSpPr>
          <p:cNvPr id="102" name="BODY"/>
          <p:cNvSpPr>
            <a:spLocks noGrp="1"/>
          </p:cNvSpPr>
          <p:nvPr>
            <p:ph type="body" idx="2"/>
          </p:nvPr>
        </p:nvSpPr>
        <p:spPr>
          <a:xfrm>
            <a:off x="7498080" y="1554480"/>
            <a:ext cx="414497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6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l">
              <a:buNone/>
            </a:pPr>
            <a:r>
              <a:rPr lang="en-US" dirty="0"/>
              <a:t>Key Insights</a:t>
            </a:r>
          </a:p>
          <a:p>
            <a:pPr algn="l">
              <a:buNone/>
            </a:pPr>
            <a:r>
              <a:rPr lang="en-US" dirty="0"/>
              <a:t/>
            </a:r>
          </a:p>
          <a:p>
            <a:pPr algn="l">
              <a:buNone/>
            </a:pPr>
            <a:r>
              <a:rPr lang="en-US" dirty="0"/>
              <a:t>Click to add the most important findings, observations, or takeaways from the chart on the left.</a:t>
            </a:r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548640" y="6400800"/>
            <a:ext cx="11094415" cy="32004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r">
              <a:buNone/>
              <a:defRPr sz="1100">
                <a:solidFill>
                  <a:srgbClr val="5560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>
              <a:buNone/>
            </a:pPr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act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70" name="Decor"/>
          <p:cNvSpPr/>
          <p:nvPr userDrawn="1"/>
        </p:nvSpPr>
        <p:spPr>
          <a:xfrm>
            <a:off x="5912510" y="2331720"/>
            <a:ext cx="365760" cy="54864"/>
          </a:xfrm>
          <a:prstGeom prst="rect">
            <a:avLst/>
          </a:prstGeom>
          <a:solidFill>
            <a:srgbClr val="D9B3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ITLE"/>
          <p:cNvSpPr>
            <a:spLocks noGrp="1"/>
          </p:cNvSpPr>
          <p:nvPr>
            <p:ph type="title" idx="0"/>
          </p:nvPr>
        </p:nvSpPr>
        <p:spPr>
          <a:xfrm>
            <a:off x="548640" y="2468880"/>
            <a:ext cx="11094415" cy="13716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ctr">
              <a:buNone/>
              <a:defRPr sz="5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ctr">
              <a:buNone/>
            </a:pPr>
            <a:r>
              <a:rPr lang="en-US" dirty="0"/>
              <a:t>Thank You</a:t>
            </a:r>
          </a:p>
        </p:txBody>
      </p:sp>
      <p:sp>
        <p:nvSpPr>
          <p:cNvPr id="101" name="BODY"/>
          <p:cNvSpPr>
            <a:spLocks noGrp="1"/>
          </p:cNvSpPr>
          <p:nvPr>
            <p:ph type="body" idx="1"/>
          </p:nvPr>
        </p:nvSpPr>
        <p:spPr>
          <a:xfrm>
            <a:off x="548640" y="4023360"/>
            <a:ext cx="11094415" cy="18288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ctr">
              <a:buNone/>
              <a:defRPr sz="2000">
                <a:solidFill>
                  <a:srgbClr val="CFE2F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buNone/>
            </a:pPr>
            <a:r>
              <a:rPr lang="en-US" dirty="0"/>
              <a:t>email@example.com</a:t>
            </a:r>
          </a:p>
          <a:p>
            <a:pPr algn="ctr">
              <a:buNone/>
            </a:pPr>
            <a:r>
              <a:rPr lang="en-US" dirty="0"/>
              <a:t>github.com/handle</a:t>
            </a:r>
          </a:p>
          <a:p>
            <a:pPr algn="ctr">
              <a:buNone/>
            </a:pPr>
            <a:r>
              <a:rPr lang="en-US" dirty="0"/>
              <a:t>linkedin.com/in/handle</a:t>
            </a:r>
          </a:p>
        </p:txBody>
      </p:sp>
      <p:sp>
        <p:nvSpPr>
          <p:cNvPr id="110" name="FOOTER"/>
          <p:cNvSpPr>
            <a:spLocks noGrp="1"/>
          </p:cNvSpPr>
          <p:nvPr>
            <p:ph type="ftr" idx="10"/>
          </p:nvPr>
        </p:nvSpPr>
        <p:spPr>
          <a:xfrm>
            <a:off x="548640" y="6400800"/>
            <a:ext cx="11094415" cy="320040"/>
          </a:xfrm>
          <a:prstGeom prst="rect">
            <a:avLst/>
          </a:prstGeom>
        </p:spPr>
        <p:txBody>
          <a:bodyPr wrap="square" anchor="c" lIns="91440" tIns="45720" rIns="91440" bIns="45720"/>
          <a:lstStyle>
            <a:lvl1pPr marL="0" indent="0" algn="ctr">
              <a:buNone/>
              <a:defRPr sz="1100">
                <a:solidFill>
                  <a:srgbClr val="CFE2F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buNone/>
            </a:pPr>
            <a:r>
              <a:rPr lang="en-US" dirty="0"/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0B3C5D"/>
          </a:solidFill>
          <a:latin typeface="Montserrat"/>
          <a:ea typeface="Montserrat"/>
          <a:cs typeface="Montserrat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None/>
        <a:defRPr sz="1800" kern="1200">
          <a:solidFill>
            <a:srgbClr val="1B1B1B"/>
          </a:solidFill>
          <a:latin typeface="Open Sans"/>
          <a:ea typeface="Open Sans"/>
          <a:cs typeface="Open Sans"/>
        </a:defRPr>
      </a:lvl1pPr>
      <a:lvl2pPr marL="228600" indent="0" algn="l" defTabSz="914400" rtl="0" eaLnBrk="1" latinLnBrk="0" hangingPunct="1">
        <a:spcBef>
          <a:spcPts val="600"/>
        </a:spcBef>
        <a:buNone/>
        <a:defRPr sz="1600" kern="1200">
          <a:solidFill>
            <a:srgbClr val="1B1B1B"/>
          </a:solidFill>
          <a:latin typeface="Open Sans"/>
          <a:ea typeface="Open Sans"/>
          <a:cs typeface="Open Sans"/>
        </a:defRPr>
      </a:lvl2pPr>
      <a:lvl3pPr marL="457200" indent="0" algn="l" defTabSz="914400" rtl="0" eaLnBrk="1" latinLnBrk="0" hangingPunct="1">
        <a:spcBef>
          <a:spcPts val="600"/>
        </a:spcBef>
        <a:buNone/>
        <a:defRPr sz="1400" kern="1200">
          <a:solidFill>
            <a:srgbClr val="1B1B1B"/>
          </a:solidFill>
          <a:latin typeface="Open Sans"/>
          <a:ea typeface="Open Sans"/>
          <a:cs typeface="Open Sans"/>
        </a:defRPr>
      </a:lvl3pPr>
      <a:lvl4pPr marL="685800" indent="0" algn="l" defTabSz="914400" rtl="0" eaLnBrk="1" latinLnBrk="0" hangingPunct="1">
        <a:spcBef>
          <a:spcPts val="600"/>
        </a:spcBef>
        <a:buNone/>
        <a:defRPr sz="1200" kern="1200">
          <a:solidFill>
            <a:srgbClr val="1B1B1B"/>
          </a:solidFill>
          <a:latin typeface="Open Sans"/>
          <a:ea typeface="Open Sans"/>
          <a:cs typeface="Open Sans"/>
        </a:defRPr>
      </a:lvl4pPr>
      <a:lvl5pPr marL="914400" indent="0" algn="l" defTabSz="914400" rtl="0" eaLnBrk="1" latinLnBrk="0" hangingPunct="1">
        <a:spcBef>
          <a:spcPts val="600"/>
        </a:spcBef>
        <a:buNone/>
        <a:defRPr sz="1000" kern="1200">
          <a:solidFill>
            <a:srgbClr val="1B1B1B"/>
          </a:solidFill>
          <a:latin typeface="Open Sans"/>
          <a:ea typeface="Open Sans"/>
          <a:cs typeface="Open Sans"/>
        </a:defRPr>
      </a:lvl5pPr>
      <a:lvl6pPr marL="1143000" indent="0" algn="l" defTabSz="914400" rtl="0" eaLnBrk="1" latinLnBrk="0" hangingPunct="1">
        <a:spcBef>
          <a:spcPts val="600"/>
        </a:spcBef>
        <a:buNone/>
        <a:defRPr sz="1000" kern="1200">
          <a:solidFill>
            <a:srgbClr val="1B1B1B"/>
          </a:solidFill>
          <a:latin typeface="Open Sans"/>
          <a:ea typeface="Open Sans"/>
          <a:cs typeface="Open Sans"/>
        </a:defRPr>
      </a:lvl6pPr>
      <a:lvl7pPr marL="1371600" indent="0" algn="l" defTabSz="914400" rtl="0" eaLnBrk="1" latinLnBrk="0" hangingPunct="1">
        <a:spcBef>
          <a:spcPts val="600"/>
        </a:spcBef>
        <a:buNone/>
        <a:defRPr sz="1000" kern="1200">
          <a:solidFill>
            <a:srgbClr val="1B1B1B"/>
          </a:solidFill>
          <a:latin typeface="Open Sans"/>
          <a:ea typeface="Open Sans"/>
          <a:cs typeface="Open Sans"/>
        </a:defRPr>
      </a:lvl7pPr>
      <a:lvl8pPr marL="1600200" indent="0" algn="l" defTabSz="914400" rtl="0" eaLnBrk="1" latinLnBrk="0" hangingPunct="1">
        <a:spcBef>
          <a:spcPts val="600"/>
        </a:spcBef>
        <a:buNone/>
        <a:defRPr sz="1000" kern="1200">
          <a:solidFill>
            <a:srgbClr val="1B1B1B"/>
          </a:solidFill>
          <a:latin typeface="Open Sans"/>
          <a:ea typeface="Open Sans"/>
          <a:cs typeface="Open Sans"/>
        </a:defRPr>
      </a:lvl8pPr>
      <a:lvl9pPr marL="1828800" indent="0" algn="l" defTabSz="914400" rtl="0" eaLnBrk="1" latinLnBrk="0" hangingPunct="1">
        <a:spcBef>
          <a:spcPts val="600"/>
        </a:spcBef>
        <a:buNone/>
        <a:defRPr sz="1000" kern="1200">
          <a:solidFill>
            <a:srgbClr val="1B1B1B"/>
          </a:solidFill>
          <a:latin typeface="Open Sans"/>
          <a:ea typeface="Open Sans"/>
          <a:cs typeface="Open San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1B1B1B"/>
          </a:solidFill>
          <a:latin typeface="Open Sans"/>
          <a:ea typeface="Open Sans"/>
          <a:cs typeface="Open San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097280" y="2286000"/>
            <a:ext cx="10058400" cy="137160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ctr">
              <a:buNone/>
              <a:defRPr sz="44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NAME / PRESENTATION TITLE ]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097280" y="3703320"/>
            <a:ext cx="10058400" cy="64008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ctr">
              <a:buNone/>
              <a:defRPr sz="2200">
                <a:solidFill>
                  <a:srgbClr val="328CC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Role  ·  Tagline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337560"/>
            <a:ext cx="11094415" cy="146304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5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Section Title ]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548640" y="4846320"/>
            <a:ext cx="11094415" cy="73152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2000" i="1">
                <a:solidFill>
                  <a:srgbClr val="CFE2F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Optional subtitle or one-line description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Slide Title ]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20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Body content goes here. Use this layout for single-column explanations, definitions, narrative paragraphs, or bullet lists.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Slide Title ]</a:t>
            </a:r>
          </a:p>
        </p:txBody>
      </p:sp>
      <p:sp>
        <p:nvSpPr>
          <p:cNvPr id="3" name="BODY_1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5318607.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8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Left column content. Suitable for problem statement, context, or one side of a comparison. ]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idx="2"/>
          </p:nvPr>
        </p:nvSpPr>
        <p:spPr>
          <a:xfrm>
            <a:off x="6324447.5" y="1554480"/>
            <a:ext cx="5318607.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8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Right column content. Suitable for solution, results, or the other side of a comparison.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Skills / Capabilities ]</a:t>
            </a:r>
          </a:p>
        </p:txBody>
      </p:sp>
      <p:sp>
        <p:nvSpPr>
          <p:cNvPr id="3" name="BODY_1"/>
          <p:cNvSpPr>
            <a:spLocks noGrp="1"/>
          </p:cNvSpPr>
          <p:nvPr>
            <p:ph type="body" idx="1"/>
          </p:nvPr>
        </p:nvSpPr>
        <p:spPr>
          <a:xfrm>
            <a:off x="777240.0" y="21214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Category 1 ]</a:t>
            </a:r>
          </a:p>
          <a:p>
            <a:r>
              <a:t>Item</a:t>
            </a:r>
          </a:p>
          <a:p>
            <a:r>
              <a:t>Item</a:t>
            </a:r>
          </a:p>
          <a:p>
            <a:r>
              <a:t>Item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idx="2"/>
          </p:nvPr>
        </p:nvSpPr>
        <p:spPr>
          <a:xfrm>
            <a:off x="4597298.333333334" y="21214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Category 2 ]</a:t>
            </a:r>
          </a:p>
          <a:p>
            <a:r>
              <a:t>Item</a:t>
            </a:r>
          </a:p>
          <a:p>
            <a:r>
              <a:t>Item</a:t>
            </a:r>
          </a:p>
          <a:p>
            <a:r>
              <a:t>Item</a:t>
            </a:r>
          </a:p>
        </p:txBody>
      </p:sp>
      <p:sp>
        <p:nvSpPr>
          <p:cNvPr id="5" name="BODY_3"/>
          <p:cNvSpPr>
            <a:spLocks noGrp="1"/>
          </p:cNvSpPr>
          <p:nvPr>
            <p:ph type="body" idx="3"/>
          </p:nvPr>
        </p:nvSpPr>
        <p:spPr>
          <a:xfrm>
            <a:off x="8417356.666666668" y="21214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Category 3 ]</a:t>
            </a:r>
          </a:p>
          <a:p>
            <a:r>
              <a:t>Item</a:t>
            </a:r>
          </a:p>
          <a:p>
            <a:r>
              <a:t>Item</a:t>
            </a:r>
          </a:p>
          <a:p>
            <a:r>
              <a:t>Item</a:t>
            </a:r>
          </a:p>
        </p:txBody>
      </p:sp>
      <p:sp>
        <p:nvSpPr>
          <p:cNvPr id="6" name="BODY_4"/>
          <p:cNvSpPr>
            <a:spLocks noGrp="1"/>
          </p:cNvSpPr>
          <p:nvPr>
            <p:ph type="body" idx="4"/>
          </p:nvPr>
        </p:nvSpPr>
        <p:spPr>
          <a:xfrm>
            <a:off x="777240.0" y="45217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Category 4 ]</a:t>
            </a:r>
          </a:p>
          <a:p>
            <a:r>
              <a:t>Item</a:t>
            </a:r>
          </a:p>
          <a:p>
            <a:r>
              <a:t>Item</a:t>
            </a:r>
          </a:p>
          <a:p>
            <a:r>
              <a:t>Item</a:t>
            </a:r>
          </a:p>
        </p:txBody>
      </p:sp>
      <p:sp>
        <p:nvSpPr>
          <p:cNvPr id="7" name="BODY_5"/>
          <p:cNvSpPr>
            <a:spLocks noGrp="1"/>
          </p:cNvSpPr>
          <p:nvPr>
            <p:ph type="body" idx="5"/>
          </p:nvPr>
        </p:nvSpPr>
        <p:spPr>
          <a:xfrm>
            <a:off x="4597298.333333334" y="45217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Category 5 ]</a:t>
            </a:r>
          </a:p>
          <a:p>
            <a:r>
              <a:t>Item</a:t>
            </a:r>
          </a:p>
          <a:p>
            <a:r>
              <a:t>Item</a:t>
            </a:r>
          </a:p>
          <a:p>
            <a:r>
              <a:t>Item</a:t>
            </a:r>
          </a:p>
        </p:txBody>
      </p:sp>
      <p:sp>
        <p:nvSpPr>
          <p:cNvPr id="8" name="BODY_6"/>
          <p:cNvSpPr>
            <a:spLocks noGrp="1"/>
          </p:cNvSpPr>
          <p:nvPr>
            <p:ph type="body" idx="6"/>
          </p:nvPr>
        </p:nvSpPr>
        <p:spPr>
          <a:xfrm>
            <a:off x="8417356.666666668" y="4521708.0"/>
            <a:ext cx="2997098.3333333335" cy="1303020.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Category 6 ]</a:t>
            </a:r>
          </a:p>
          <a:p>
            <a:r>
              <a:t>Item</a:t>
            </a:r>
          </a:p>
          <a:p>
            <a:r>
              <a:t>Item</a:t>
            </a:r>
          </a:p>
          <a:p>
            <a:r>
              <a:t>Item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Project Name ]</a:t>
            </a:r>
          </a:p>
        </p:txBody>
      </p:sp>
      <p:sp>
        <p:nvSpPr>
          <p:cNvPr id="3" name="BODY_1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5486400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6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Problem</a:t>
            </a:r>
          </a:p>
          <a:p>
            <a:r>
              <a:t>[ Brief description of the problem this project addresses. ]</a:t>
            </a:r>
          </a:p>
          <a:p/>
          <a:p>
            <a:r>
              <a:t>Solution</a:t>
            </a:r>
          </a:p>
          <a:p>
            <a:r>
              <a:t>[ Brief description of the approach and key design decisions. ]</a:t>
            </a:r>
          </a:p>
          <a:p/>
          <a:p>
            <a:r>
              <a:t>Tech Stack</a:t>
            </a:r>
          </a:p>
          <a:p>
            <a:r>
              <a:t>[ Technologies, frameworks, and tools used. ]</a:t>
            </a:r>
          </a:p>
        </p:txBody>
      </p:sp>
      <p:sp>
        <p:nvSpPr>
          <p:cNvPr id="4" name="IMAGE"/>
          <p:cNvSpPr>
            <a:spLocks noGrp="1"/>
          </p:cNvSpPr>
          <p:nvPr>
            <p:ph type="pic" idx="2"/>
          </p:nvPr>
        </p:nvSpPr>
        <p:spPr>
          <a:xfrm>
            <a:off x="6400800" y="1554480"/>
            <a:ext cx="5242255" cy="4572000"/>
          </a:xfrm>
          <a:prstGeom prst="rect">
            <a:avLst/>
          </a:prstGeom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Experience / Timeline ]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1463040" y="1554480"/>
            <a:ext cx="1018001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5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YYYY  ·  Role  ·  Organization</a:t>
            </a:r>
          </a:p>
          <a:p>
            <a:r>
              <a:t>[ Description of the role or milestone. ]</a:t>
            </a:r>
          </a:p>
          <a:p/>
          <a:p>
            <a:r>
              <a:t>YYYY  ·  Role  ·  Organization</a:t>
            </a:r>
          </a:p>
          <a:p>
            <a:r>
              <a:t>[ Description of the role or milestone. ]</a:t>
            </a:r>
          </a:p>
          <a:p/>
          <a:p>
            <a:r>
              <a:t>YYYY  ·  Role  ·  Organization</a:t>
            </a:r>
          </a:p>
          <a:p>
            <a:r>
              <a:t>[ Description of the role or milestone. ]</a:t>
            </a:r>
          </a:p>
          <a:p/>
          <a:p>
            <a:r>
              <a:t>YYYY  ·  Role  ·  Organization</a:t>
            </a:r>
          </a:p>
          <a:p>
            <a:r>
              <a:t>[ Description of the role or milestone.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</p:spPr>
        <p:txBody>
          <a:bodyPr wrap="square" anchor="b" lIns="91440" tIns="45720" rIns="91440" bIns="45720"/>
          <a:lstStyle>
            <a:lvl1pPr marL="0" indent="0" algn="l">
              <a:buNone/>
              <a:defRPr sz="3200" b="1">
                <a:solidFill>
                  <a:srgbClr val="0B3C5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[ Results / Findings ]</a:t>
            </a:r>
          </a:p>
        </p:txBody>
      </p:sp>
      <p:sp>
        <p:nvSpPr>
          <p:cNvPr id="3" name="IMAGE"/>
          <p:cNvSpPr>
            <a:spLocks noGrp="1"/>
          </p:cNvSpPr>
          <p:nvPr>
            <p:ph type="pic" idx="1"/>
          </p:nvPr>
        </p:nvSpPr>
        <p:spPr>
          <a:xfrm>
            <a:off x="548640" y="1554480"/>
            <a:ext cx="6583680" cy="4572000"/>
          </a:xfrm>
          <a:prstGeom prst="rect">
            <a:avLst/>
          </a:prstGeom>
        </p:spPr>
      </p:sp>
      <p:sp>
        <p:nvSpPr>
          <p:cNvPr id="4" name="BODY"/>
          <p:cNvSpPr>
            <a:spLocks noGrp="1"/>
          </p:cNvSpPr>
          <p:nvPr>
            <p:ph type="body" idx="2"/>
          </p:nvPr>
        </p:nvSpPr>
        <p:spPr>
          <a:xfrm>
            <a:off x="7498080" y="1554480"/>
            <a:ext cx="4144975" cy="45720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l">
              <a:buNone/>
              <a:defRPr sz="1600">
                <a:solidFill>
                  <a:srgbClr val="1B1B1B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Key Insights</a:t>
            </a:r>
          </a:p>
          <a:p/>
          <a:p>
            <a:r>
              <a:t>[ Insight one — what the data shows. ]</a:t>
            </a:r>
          </a:p>
          <a:p/>
          <a:p>
            <a:r>
              <a:t>[ Insight two — what it implies. ]</a:t>
            </a:r>
          </a:p>
          <a:p/>
          <a:p>
            <a:r>
              <a:t>[ Insight three — next step or caveat.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468880"/>
            <a:ext cx="11094415" cy="13716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ctr">
              <a:buNone/>
              <a:defRPr sz="5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Thank You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548640" y="4023360"/>
            <a:ext cx="11094415" cy="1828800"/>
          </a:xfrm>
          <a:prstGeom prst="rect">
            <a:avLst/>
          </a:prstGeom>
        </p:spPr>
        <p:txBody>
          <a:bodyPr wrap="square" anchor="t" lIns="91440" tIns="45720" rIns="91440" bIns="45720"/>
          <a:lstStyle>
            <a:lvl1pPr marL="0" indent="0" algn="ctr">
              <a:buNone/>
              <a:defRPr sz="2000">
                <a:solidFill>
                  <a:srgbClr val="CFE2F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[ email@example.com ]</a:t>
            </a:r>
          </a:p>
          <a:p>
            <a:r>
              <a:t>[ github.com/handle ]</a:t>
            </a:r>
          </a:p>
          <a:p>
            <a:r>
              <a:t>[ linkedin.com/in/handle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